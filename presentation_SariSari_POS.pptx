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yourselves, quick one-liner about the system</a:t>
            </a:r>
          </a:p>
          <a:p>
            <a:r>
              <a:t>Mention live demo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agenda item briefly. Keep time for demo and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real-world context - sari-sari store pain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how the solution addresses the problems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feature, be ready with a 15–30s demo snippet or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file layout and where main modules live (POS app).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relationships: Transaction -&gt; TransactionItem (1:N).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this palette during live demo. Show login and dashboard colors.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Perform live demo in this sequence. Mention expected results and where code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prepared to answer questions about auth and data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migration path ready if asked about large-usage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Prioritize features by business value for the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these files quickly during Q&amp;A if asked about implementation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floor for panelist questions. Have demo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>
                <a:solidFill>
                  <a:srgbClr val="0F172A"/>
                </a:solidFill>
              </a:rPr>
              <a:t>Sari-Sari POS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4A7C59"/>
                </a:solidFill>
              </a:rPr>
              <a:t>Project Defense — August 17, 2026</a:t>
            </a:r>
            <a:br/>
            <a:r>
              <a:t>Team: Maquimot &amp; Nuñez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Motivation &amp; Problem Statement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Solution Overview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Key Features &amp; Workflow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Architecture &amp; Data Model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Demo walkthrough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Testing, Security, Future work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Small stores need a lightweight POS to manage inventory and sales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Manual record-keeping causes errors and wastes time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Need offline-friendly, simple UI for quick transactions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Web-based POS built with Django and SQLite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Quick product CRUD, sales recording, and daily sales reporting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Simple authentication and role-based access for admin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Secure login and dashboard (protected routes)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Inventory management: add/edit/restock products and suppliers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Record sales with multiple payment methods (Cash, GCash, Utang)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Low-stock warnings and daily sales reports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Debt (utang) tracking and marking as paid via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Django (views, models, templates) as backend and server-rendered UI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SQLite for local persistent storage (db.sqlite3)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Bootstrap + FontAwesome for responsive UI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Simple URL routing and auth via django.contrib.auth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 (Main models)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Product (name, price, stock_quantity, category, supplier)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Category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Supplier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Transaction (payment_method, total_amount, is_paid, timestamp)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TransactionItem (transaction, product_name, price, quantity)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0F172A"/>
                </a:solidFill>
              </a:rPr>
              <a:t>UI &amp; Color Scheme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Dark Navy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1097280"/>
            <a:ext cx="1097280" cy="1097280"/>
          </a:xfrm>
          <a:prstGeom prst="rect">
            <a:avLst/>
          </a:prstGeom>
          <a:solidFill>
            <a:srgbClr val="4A7C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2860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Leaf Green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097280"/>
            <a:ext cx="1097280" cy="1097280"/>
          </a:xfrm>
          <a:prstGeom prst="rect">
            <a:avLst/>
          </a:prstGeom>
          <a:solidFill>
            <a:srgbClr val="C3DA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2860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Soft Blue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097280"/>
            <a:ext cx="1097280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2860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Accent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1) Show login flow (login screen first)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2) Open dashboard: list of products and low-stock warnings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3) Record a sale (Cash and Utang examples)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4) Show daily sales report and mark utang as paid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5) Manage inventory: add / edit / restock product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Authentication uses Django auth (login required decorators)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Input validation and atomic transactions for sales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Unit tests (if present) and manual QA flows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Backups: db.sqlite3 copy strategy for deployments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Designed for small stores; SQLite gives simplicity for local deploy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For scale: swap to PostgreSQL, add caching, and deploy behind WSGI server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Separate services or microservices not necessary for MVP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Add user roles and permissions (cashiers vs managers)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Export reports (CSV/PDF), scheduled backups, and analytics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Mobile-friendly checkout and offline sync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Integrate with simple payment APIs (GCash receipt verification)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Code Paths (Pointers)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POS/views.py — dashboard, inventory, record_sale, utang API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POS/models.py — product and transaction models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templates/ — UI: POS/base.html, POS/login.html, POS/dashboard.html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posSystem/settings.py — LOGIN_REDIRECT_URL and static settings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Thank you! Questions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Sari-Sari POS — Project Defense</dc:title>
  <dc:subject/>
  <dc:creator>Sari-Sari POS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